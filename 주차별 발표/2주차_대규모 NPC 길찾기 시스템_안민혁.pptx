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61" r:id="rId4"/>
    <p:sldId id="262" r:id="rId5"/>
    <p:sldId id="263" r:id="rId6"/>
    <p:sldId id="258" r:id="rId7"/>
    <p:sldId id="264" r:id="rId8"/>
    <p:sldId id="265" r:id="rId9"/>
    <p:sldId id="260" r:id="rId10"/>
  </p:sldIdLst>
  <p:sldSz cx="12192000" cy="6858000"/>
  <p:notesSz cx="6858000" cy="9144000"/>
  <p:embeddedFontLst>
    <p:embeddedFont>
      <p:font typeface="나눔스퀘어 Bold" panose="020B0600000101010101" pitchFamily="50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1836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E351E-F654-4759-82A2-D0CEC0FA9997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48B5F-D001-4838-9A59-FF8A3ED14E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08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8B267-701C-1B47-52DA-B85C4FE76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1E0A53-B133-136B-18FB-6B2BD3C91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BF3AD5-0EBC-051C-7315-E8E8077C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43F7B-7240-4369-BC67-5BA298856B07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10E359-353A-28F5-952C-3844651A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AF545-5ECF-2799-790C-230E801F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4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70ED9-F49D-7C87-2C2C-77E09F0FB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E1A8D-858B-BAF5-6656-E95B76BD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2ECDC3-C384-66E0-6F23-E0283FBF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8055-96B6-456E-863A-4B3E5964B5CB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2F79BE-3379-4DF4-B0B6-EB0617C9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7BA48-94D8-E52F-7869-8BC8087F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82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97499-69D5-BACB-9DB0-54C5A0EE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C36C09-6AF7-77ED-F5B0-E032BE139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354AF-A164-6B2D-9BE1-E0B4A880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81BC1-ED15-4A66-ABD5-324FA4B5698D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177E3B-903E-5C28-1E9F-D9A4EF79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A32C8-F632-E1F3-4939-2DAA0B27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4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80CD9-4360-18C5-D224-2C6BD634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16259C-2444-B318-9E2F-9D692D96A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14E774-C34D-0D0B-B307-6BA1AC2A4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C39F2A-3469-C24D-8C5B-CD27556C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3F37-4EB1-4DA7-8482-6C105826AEB9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184DF7-4CF3-0843-DB82-D2C49CCF2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BDA9C4-8E9D-ACBD-2BA2-85C4CAE3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79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9B5BBF-B895-89C9-AEE9-622D084BA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4C8F21-D1BC-D594-CB53-95BF8BF51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2A81-D609-ECA1-BB49-E50DBE167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575656-66E0-82DB-B037-54C06462A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98E712-9573-D5E3-5E3B-7CBAF94A6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FCEBAC-1F43-4C6A-A68A-2597FD52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511B-7D93-4189-8E55-0E132AF1617C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94AC13-D0E0-FBD1-2540-CAB27DE2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16FAAF-3373-0486-47DA-BA774366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21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3103C-0E4C-331F-86B1-E4FFAC0B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A7FBBA-7566-A3F5-ED5F-2A4D7099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81D9-6CFF-4849-BC6D-D46973E30296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8BD2E2-E74A-6E5C-A431-65FA6673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10988A-A9E0-D218-1C48-F402A3D5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028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5ED257-F261-C025-A39A-826B7920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43FB-BFFF-440B-B11C-26D0C7C61052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D4913E-77A3-2725-33C5-88974513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40B54-A47D-1A1F-D3FA-6AAADD45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15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E31D7-FBF1-CADE-B482-919C482D7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E36A1-B057-3B91-0F9F-B252657D9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0C40F3-2FB4-433C-66C3-F945BDA86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329094-B5C8-2270-A29F-84FE0CE54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CE335-6DFF-4239-9DF9-62EBF2133E68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4EA446-CE72-94A4-A9F0-44E0545A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DE05F3-4343-4788-75C7-FDB2DE0F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1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52141-6EA2-1182-5D62-80B65B9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434446-4FB9-60E9-C4B5-5A8C9AE9B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63DA6E-54B8-E059-85D7-68CC81963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89CA73-8B30-D0F0-3FDB-6DD046641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AC21-45AF-4B7A-BEB7-5E76A9EC4EF9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8D88C9-B645-3367-19FA-58CF3C39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4B7B00-8A4A-12FA-3665-54CB1D1E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06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EFB20-9FDF-B6D8-E0D0-0077EEE4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327D7A-BD59-1FA9-316E-1614E5C6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E069B-5A2E-2235-7C2A-4D1C7EB22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02282-D964-45B5-98DB-F45621CEF6DF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C2622-502E-3246-0069-FF1C01FB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9E8C5F-380A-17AB-D235-81D7DC3D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71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55B452-AE02-D26B-F45E-47C306C88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7769DB-59BB-4B73-7B58-56257156E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6195E3-7CD1-9238-9F26-F8BDA721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BEB0-36E3-49EE-BADB-3929D4F371EE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5DD2A-9ADF-1832-C662-D093950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F02E98-540E-71C9-9FB2-05917495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29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A69FFC-09F6-2B32-5FCB-90F13450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B3AFB-5BD7-BD94-BFCE-EE47A3C7E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F9E2E-4AC1-0C11-E1D7-765B1CDB2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88CE6-E757-4FF2-A1CD-CDDCFABED66D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99EFA4-E1E0-63CC-331C-EA650EA07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E364E-9261-9B83-EABF-BCD5A8DDF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45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6EC99-966E-6637-81AD-FC99E4BDC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74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ko-KR" sz="3200" b="1" dirty="0"/>
              <a:t>대규모 NPC </a:t>
            </a:r>
            <a:r>
              <a:rPr lang="ko-KR" altLang="ko-KR" sz="3200" b="1" dirty="0" err="1"/>
              <a:t>길찾기</a:t>
            </a:r>
            <a:r>
              <a:rPr lang="ko-KR" altLang="ko-KR" sz="3200" b="1" dirty="0"/>
              <a:t> 시스템 개발 계획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4AC059B-52C6-8D66-0304-B0160E28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CCE68-81CB-A2D8-34F6-C41B8073C9CE}"/>
              </a:ext>
            </a:extLst>
          </p:cNvPr>
          <p:cNvSpPr txBox="1"/>
          <p:nvPr/>
        </p:nvSpPr>
        <p:spPr>
          <a:xfrm>
            <a:off x="838200" y="1889760"/>
            <a:ext cx="8546592" cy="2649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기반 대규모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NPC(min 1000)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길찾기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구현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병목 지형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좁은 통로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에서의 대규모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NPC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길찾기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정체 및 교착 없이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NPC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간 충돌 없이 목표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동적 지형 런타임 탐지 및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길찾기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NPC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그룹 간 상호작용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길찾기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교차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통과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076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2D48-31C1-A572-C5D8-BA0CCB54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E8113-2505-C0D5-A672-0DAA1093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5" y="355256"/>
            <a:ext cx="8189686" cy="559145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1</a:t>
            </a:r>
            <a:r>
              <a:rPr lang="ko-KR" altLang="en-US" sz="3200" b="1" dirty="0"/>
              <a:t>주차 진행 현황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BCB047B-AF7E-52FB-CF79-0625FA09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D3DFA-C183-67CC-2EE2-A24ED6E8A82E}"/>
              </a:ext>
            </a:extLst>
          </p:cNvPr>
          <p:cNvSpPr txBox="1"/>
          <p:nvPr/>
        </p:nvSpPr>
        <p:spPr>
          <a:xfrm>
            <a:off x="6862691" y="2362867"/>
            <a:ext cx="5297714" cy="2822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Gpu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인스턴싱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이용한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렌더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적용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&amp;&amp;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캡슐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50cm, NPC(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캡슐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150cm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HeightMap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기반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맵 생성 완료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색으로 이동 불가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시각화 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White – Walkable / Red - Blocked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Y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축기준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칸 이상 차이는 이동 불가 판정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EF38A8-6C9A-ECC3-5D1D-24FD34FD2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85" y="1045106"/>
            <a:ext cx="4797258" cy="27289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7ADD21-1A0A-264E-12A2-91680CD3E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86" y="3904760"/>
            <a:ext cx="4797257" cy="27706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CC4D508-026C-1D91-1A16-217F7889E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3" y="1106993"/>
            <a:ext cx="1302587" cy="13025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4AD23E-C43F-BF1F-E6BF-D39E833CE18D}"/>
              </a:ext>
            </a:extLst>
          </p:cNvPr>
          <p:cNvSpPr txBox="1"/>
          <p:nvPr/>
        </p:nvSpPr>
        <p:spPr>
          <a:xfrm>
            <a:off x="31595" y="2409580"/>
            <a:ext cx="14813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HeightMap</a:t>
            </a:r>
            <a:r>
              <a:rPr lang="en-US" altLang="ko-KR" sz="1100" dirty="0"/>
              <a:t> </a:t>
            </a:r>
            <a:r>
              <a:rPr lang="ko-KR" altLang="en-US" sz="1100" dirty="0"/>
              <a:t>기반 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복셀</a:t>
            </a:r>
            <a:r>
              <a:rPr lang="ko-KR" altLang="en-US" sz="1100" dirty="0"/>
              <a:t> 맵 구성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3D625DD-68BE-D592-9EE3-B8F0576F853F}"/>
              </a:ext>
            </a:extLst>
          </p:cNvPr>
          <p:cNvSpPr/>
          <p:nvPr/>
        </p:nvSpPr>
        <p:spPr>
          <a:xfrm>
            <a:off x="1238598" y="1594288"/>
            <a:ext cx="548640" cy="4587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371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CFB1-644E-45ED-265F-B51EB40C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3EDB7-2B75-218C-4B64-056F647C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5" y="355256"/>
            <a:ext cx="8189686" cy="559145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2</a:t>
            </a:r>
            <a:r>
              <a:rPr lang="ko-KR" altLang="en-US" sz="3200" b="1" dirty="0"/>
              <a:t>주차 진행 현황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7F55778-357E-5ED0-A9B0-2C1FA7568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A6F0A8-BB2B-57C6-1B2E-180A65F4EFFE}"/>
              </a:ext>
            </a:extLst>
          </p:cNvPr>
          <p:cNvSpPr txBox="1"/>
          <p:nvPr/>
        </p:nvSpPr>
        <p:spPr>
          <a:xfrm>
            <a:off x="7050581" y="3211176"/>
            <a:ext cx="5297714" cy="1125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축이 겹칠 수 있는 지형이어야 한다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동굴 지형 생성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D90610-ADE2-4CF9-6C1A-8C45A2102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85" y="1045106"/>
            <a:ext cx="4797258" cy="27289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483272E-8691-FE80-4A8E-E7897D4B9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3" y="1106993"/>
            <a:ext cx="1302587" cy="13025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5C5601-C0EB-FE7E-4948-7264B00902BA}"/>
              </a:ext>
            </a:extLst>
          </p:cNvPr>
          <p:cNvSpPr txBox="1"/>
          <p:nvPr/>
        </p:nvSpPr>
        <p:spPr>
          <a:xfrm>
            <a:off x="31595" y="2409580"/>
            <a:ext cx="14813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HeightMap</a:t>
            </a:r>
            <a:r>
              <a:rPr lang="en-US" altLang="ko-KR" sz="1100" dirty="0"/>
              <a:t> </a:t>
            </a:r>
            <a:r>
              <a:rPr lang="ko-KR" altLang="en-US" sz="1100" dirty="0"/>
              <a:t>기반 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복셀</a:t>
            </a:r>
            <a:r>
              <a:rPr lang="ko-KR" altLang="en-US" sz="1100" dirty="0"/>
              <a:t> 맵 구성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DB323DE-3A6D-73C6-DA4D-ED699F72DD9D}"/>
              </a:ext>
            </a:extLst>
          </p:cNvPr>
          <p:cNvSpPr/>
          <p:nvPr/>
        </p:nvSpPr>
        <p:spPr>
          <a:xfrm>
            <a:off x="1238598" y="1594288"/>
            <a:ext cx="548640" cy="4587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E7F790-7C41-1D2C-32C6-983B21188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285" y="3946488"/>
            <a:ext cx="4887205" cy="2728949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F833383-1983-1214-15EE-88AF85C49B97}"/>
              </a:ext>
            </a:extLst>
          </p:cNvPr>
          <p:cNvSpPr/>
          <p:nvPr/>
        </p:nvSpPr>
        <p:spPr>
          <a:xfrm rot="5400000">
            <a:off x="3641907" y="3422821"/>
            <a:ext cx="718014" cy="730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35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FE164-A081-8E95-E6EC-47197D0D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DAB08-F2CD-8164-2B02-C08D5CA9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5" y="355256"/>
            <a:ext cx="8189686" cy="559145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2</a:t>
            </a:r>
            <a:r>
              <a:rPr lang="ko-KR" altLang="en-US" sz="3200" b="1" dirty="0"/>
              <a:t>주차 진행 현황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133A622-4D1C-3253-E3C6-D10ECAFC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19BEF0-EAB6-33D6-C092-5F4E99DEE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56" y="1949221"/>
            <a:ext cx="5922878" cy="319835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D166514-9D5A-837B-CF04-B4F6B8B99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717" y="1949221"/>
            <a:ext cx="5922877" cy="31983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167E03-6EE5-CBBF-EA06-D011A8C9D194}"/>
              </a:ext>
            </a:extLst>
          </p:cNvPr>
          <p:cNvSpPr txBox="1"/>
          <p:nvPr/>
        </p:nvSpPr>
        <p:spPr>
          <a:xfrm>
            <a:off x="1847023" y="4976973"/>
            <a:ext cx="2445743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동굴 위로 이동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6280F-B291-A788-93FB-06A9121E7737}"/>
              </a:ext>
            </a:extLst>
          </p:cNvPr>
          <p:cNvSpPr txBox="1"/>
          <p:nvPr/>
        </p:nvSpPr>
        <p:spPr>
          <a:xfrm>
            <a:off x="7918286" y="5027402"/>
            <a:ext cx="2445743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동굴 아래로 이동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693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1341-13B8-54ED-56BF-569068C67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07433-3183-52E6-9AFB-E48558B7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5" y="355256"/>
            <a:ext cx="8189686" cy="559145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2</a:t>
            </a:r>
            <a:r>
              <a:rPr lang="ko-KR" altLang="en-US" sz="3200" b="1" dirty="0"/>
              <a:t>주차 진행 현황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988B64A-D128-8CC8-E300-E165D0E2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6E8C8-1B3E-3A21-7D8B-FE7ABF0C5FD4}"/>
              </a:ext>
            </a:extLst>
          </p:cNvPr>
          <p:cNvSpPr txBox="1"/>
          <p:nvPr/>
        </p:nvSpPr>
        <p:spPr>
          <a:xfrm>
            <a:off x="7639304" y="2109864"/>
            <a:ext cx="4387337" cy="3154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경로 탐색 과정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복셀을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이용한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A*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통해 경로 찾기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경로가 포함된 </a:t>
            </a:r>
            <a:r>
              <a:rPr lang="ko-KR" altLang="en-US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청크에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FlowField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사전 계산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ko-KR" sz="1400" dirty="0" err="1"/>
              <a:t>Dijkstra</a:t>
            </a:r>
            <a:r>
              <a:rPr lang="en-US" altLang="ko-KR" sz="1400" dirty="0"/>
              <a:t>)</a:t>
            </a:r>
          </a:p>
          <a:p>
            <a:pPr lvl="1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셀마다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"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 이웃 중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cost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가장 낮은 쪽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"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1"/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향하는 방향을 저장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1"/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복셀마다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사전 계산한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FlowField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(Direction)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    통한 방향 계산 및 보간 이동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F96639-F122-7783-1FB7-C115934F637B}"/>
              </a:ext>
            </a:extLst>
          </p:cNvPr>
          <p:cNvGrpSpPr/>
          <p:nvPr/>
        </p:nvGrpSpPr>
        <p:grpSpPr>
          <a:xfrm>
            <a:off x="344715" y="1619250"/>
            <a:ext cx="7130307" cy="3952876"/>
            <a:chOff x="180838" y="914402"/>
            <a:chExt cx="8439288" cy="467854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C263FEA-BDED-6073-1E8F-152A5E75D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38" y="914402"/>
              <a:ext cx="8439288" cy="4678544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4C869A9B-638B-91FF-E3AC-B989B7253909}"/>
                </a:ext>
              </a:extLst>
            </p:cNvPr>
            <p:cNvCxnSpPr/>
            <p:nvPr/>
          </p:nvCxnSpPr>
          <p:spPr>
            <a:xfrm flipH="1">
              <a:off x="1562100" y="2362200"/>
              <a:ext cx="5362575" cy="21336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497B272-ED5E-C0BA-E47E-85AD262659EC}"/>
                </a:ext>
              </a:extLst>
            </p:cNvPr>
            <p:cNvSpPr/>
            <p:nvPr/>
          </p:nvSpPr>
          <p:spPr>
            <a:xfrm>
              <a:off x="1095375" y="3648075"/>
              <a:ext cx="1238250" cy="1238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1D33401-44FF-E724-E523-C670080BDB80}"/>
                </a:ext>
              </a:extLst>
            </p:cNvPr>
            <p:cNvSpPr/>
            <p:nvPr/>
          </p:nvSpPr>
          <p:spPr>
            <a:xfrm>
              <a:off x="2333625" y="3648074"/>
              <a:ext cx="1238250" cy="1238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672378D-193B-B71A-DD84-13E5408EB317}"/>
                </a:ext>
              </a:extLst>
            </p:cNvPr>
            <p:cNvSpPr/>
            <p:nvPr/>
          </p:nvSpPr>
          <p:spPr>
            <a:xfrm>
              <a:off x="3571875" y="3648074"/>
              <a:ext cx="1238250" cy="1238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E6560E9-98CE-688D-97F8-4CDAA8462D35}"/>
                </a:ext>
              </a:extLst>
            </p:cNvPr>
            <p:cNvSpPr/>
            <p:nvPr/>
          </p:nvSpPr>
          <p:spPr>
            <a:xfrm>
              <a:off x="3571875" y="2409824"/>
              <a:ext cx="1238250" cy="1238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C3E3F6C-B9FF-E85D-C459-4B720F35744D}"/>
                </a:ext>
              </a:extLst>
            </p:cNvPr>
            <p:cNvSpPr/>
            <p:nvPr/>
          </p:nvSpPr>
          <p:spPr>
            <a:xfrm>
              <a:off x="4810125" y="2409824"/>
              <a:ext cx="1238250" cy="1238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FB9B23A-FEFD-9FAA-3FCC-2BE50C9FD7BA}"/>
                </a:ext>
              </a:extLst>
            </p:cNvPr>
            <p:cNvSpPr/>
            <p:nvPr/>
          </p:nvSpPr>
          <p:spPr>
            <a:xfrm>
              <a:off x="6048375" y="2409824"/>
              <a:ext cx="1238250" cy="1238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4452CF2-3B16-66A5-C0AF-90CDAA725AED}"/>
                </a:ext>
              </a:extLst>
            </p:cNvPr>
            <p:cNvSpPr/>
            <p:nvPr/>
          </p:nvSpPr>
          <p:spPr>
            <a:xfrm>
              <a:off x="6048375" y="1171574"/>
              <a:ext cx="1238250" cy="1238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6475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C4E144-C54F-1798-AFD1-D7EFCE69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66" y="461907"/>
            <a:ext cx="9977068" cy="5934186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6D5B-F5A3-4D63-38E2-3C43BDF2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2087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6028039-DEBD-8046-C26F-1518F7012DF6}"/>
              </a:ext>
            </a:extLst>
          </p:cNvPr>
          <p:cNvCxnSpPr>
            <a:cxnSpLocks/>
          </p:cNvCxnSpPr>
          <p:nvPr/>
        </p:nvCxnSpPr>
        <p:spPr>
          <a:xfrm flipV="1">
            <a:off x="6572250" y="2819400"/>
            <a:ext cx="228600" cy="533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23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A1AD-2100-0548-7DBF-AFFB7F0D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6FEFC-9917-74C5-509B-D68E9A3D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5" y="355256"/>
            <a:ext cx="8189686" cy="559145"/>
          </a:xfrm>
        </p:spPr>
        <p:txBody>
          <a:bodyPr>
            <a:normAutofit/>
          </a:bodyPr>
          <a:lstStyle/>
          <a:p>
            <a:r>
              <a:rPr lang="ko-KR" altLang="en-US" sz="3200" b="1" dirty="0"/>
              <a:t>계획 수정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FAEE3F5-14DE-54E7-3362-B4A4F8CE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79EE1-4485-EE62-70D9-2B240DA0D2C6}"/>
              </a:ext>
            </a:extLst>
          </p:cNvPr>
          <p:cNvSpPr txBox="1"/>
          <p:nvPr/>
        </p:nvSpPr>
        <p:spPr>
          <a:xfrm>
            <a:off x="344715" y="803910"/>
            <a:ext cx="8546592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주차 피드백 반영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88FF46-B3E1-9C37-10EA-1A56F47E7FE2}"/>
              </a:ext>
            </a:extLst>
          </p:cNvPr>
          <p:cNvSpPr txBox="1"/>
          <p:nvPr/>
        </p:nvSpPr>
        <p:spPr>
          <a:xfrm>
            <a:off x="344715" y="1460887"/>
            <a:ext cx="8546592" cy="1679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모두 도착하면 승리 포즈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개짜리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복셀을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점프로 뛰어오르기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자연스러운 움직임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DA119-B8B4-AF57-BE17-4B2B4C10A4B3}"/>
              </a:ext>
            </a:extLst>
          </p:cNvPr>
          <p:cNvSpPr txBox="1"/>
          <p:nvPr/>
        </p:nvSpPr>
        <p:spPr>
          <a:xfrm>
            <a:off x="344715" y="4100799"/>
            <a:ext cx="10970985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최적 경로로만 움직이면 부자연스러움 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세상은 다수의 사람이 움직일 때는 속도가 일정하지 않고 각자 충돌하지 않기 위해 가다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서다를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반복함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(ex.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지하철 환승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모두가 같은 방향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&amp;&amp;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속도로 움직이는 군중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 -&gt;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군대 사열처럼 부자연스럽다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11538E3C-DA50-8FED-1E22-ABCD7E528F03}"/>
              </a:ext>
            </a:extLst>
          </p:cNvPr>
          <p:cNvSpPr/>
          <p:nvPr/>
        </p:nvSpPr>
        <p:spPr>
          <a:xfrm rot="5400000">
            <a:off x="3209467" y="3219680"/>
            <a:ext cx="718014" cy="730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4FFDAD-3071-D71C-BBC5-D8EEDFF41000}"/>
              </a:ext>
            </a:extLst>
          </p:cNvPr>
          <p:cNvSpPr txBox="1"/>
          <p:nvPr/>
        </p:nvSpPr>
        <p:spPr>
          <a:xfrm>
            <a:off x="3933661" y="3225859"/>
            <a:ext cx="3124364" cy="57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지금 움직임이 자연스러운가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5041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37E7B-14A3-03A5-6974-7C8A88F7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CAED7-C364-C5DB-4B99-2E9E6207C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5" y="355256"/>
            <a:ext cx="8189686" cy="559145"/>
          </a:xfrm>
        </p:spPr>
        <p:txBody>
          <a:bodyPr>
            <a:normAutofit/>
          </a:bodyPr>
          <a:lstStyle/>
          <a:p>
            <a:r>
              <a:rPr lang="ko-KR" altLang="en-US" sz="3200" b="1" dirty="0"/>
              <a:t>계획 수정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4F23FC0-7C8F-DB20-F3FF-17688E4F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4356D-4B6B-90D2-B6EF-44ED868193D1}"/>
              </a:ext>
            </a:extLst>
          </p:cNvPr>
          <p:cNvSpPr txBox="1"/>
          <p:nvPr/>
        </p:nvSpPr>
        <p:spPr>
          <a:xfrm>
            <a:off x="344715" y="803910"/>
            <a:ext cx="8546592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주차 피드백 반영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1C06BA-5552-A446-3D5F-F6ABCE0CA271}"/>
              </a:ext>
            </a:extLst>
          </p:cNvPr>
          <p:cNvSpPr txBox="1"/>
          <p:nvPr/>
        </p:nvSpPr>
        <p:spPr>
          <a:xfrm>
            <a:off x="344715" y="2127637"/>
            <a:ext cx="10504261" cy="33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따라서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FlowField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이용하여 목적지로 이동하되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pPr>
              <a:lnSpc>
                <a:spcPct val="20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그룹 및 각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npc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에게 상태를 부여하여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같은 길도 각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npc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조금씩 다르게 움직이는 그룹 이동 구현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집단 이동시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좀 더 자연스럽게 이동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추후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이동 뿐만이 아닌 도착 후 행동 및 특정 행동 구현에서도 한 그룹내 다양한 패턴 구현 가능 예상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200000"/>
              </a:lnSpc>
            </a:pP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26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0499-54B0-C754-EBA5-C8295D30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5B6A779-51DD-C57E-7379-1A12D8B9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3BC043-6BB3-997F-09EC-DD2FF1E2C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67" y="459801"/>
            <a:ext cx="9977068" cy="599693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06BB3A-8F72-263F-9264-61D3455CD0AD}"/>
              </a:ext>
            </a:extLst>
          </p:cNvPr>
          <p:cNvSpPr/>
          <p:nvPr/>
        </p:nvSpPr>
        <p:spPr>
          <a:xfrm>
            <a:off x="1228725" y="3392863"/>
            <a:ext cx="9686925" cy="588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03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327</Words>
  <Application>Microsoft Office PowerPoint</Application>
  <PresentationFormat>와이드스크린</PresentationFormat>
  <Paragraphs>59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나눔스퀘어 Bold</vt:lpstr>
      <vt:lpstr>Arial</vt:lpstr>
      <vt:lpstr>Office 테마</vt:lpstr>
      <vt:lpstr>대규모 NPC 길찾기 시스템 개발 계획</vt:lpstr>
      <vt:lpstr>1주차 진행 현황</vt:lpstr>
      <vt:lpstr>2주차 진행 현황</vt:lpstr>
      <vt:lpstr>2주차 진행 현황</vt:lpstr>
      <vt:lpstr>2주차 진행 현황</vt:lpstr>
      <vt:lpstr>PowerPoint 프레젠테이션</vt:lpstr>
      <vt:lpstr>계획 수정</vt:lpstr>
      <vt:lpstr>계획 수정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안민혁</dc:creator>
  <cp:lastModifiedBy>안민혁</cp:lastModifiedBy>
  <cp:revision>9</cp:revision>
  <dcterms:created xsi:type="dcterms:W3CDTF">2026-07-03T03:21:44Z</dcterms:created>
  <dcterms:modified xsi:type="dcterms:W3CDTF">2026-07-10T06:48:13Z</dcterms:modified>
</cp:coreProperties>
</file>