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E351E-F654-4759-82A2-D0CEC0FA9997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48B5F-D001-4838-9A59-FF8A3ED14E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081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8B267-701C-1B47-52DA-B85C4FE76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1E0A53-B133-136B-18FB-6B2BD3C91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BF3AD5-0EBC-051C-7315-E8E8077C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43F7B-7240-4369-BC67-5BA298856B07}" type="datetime1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10E359-353A-28F5-952C-3844651A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AAF545-5ECF-2799-790C-230E801F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4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70ED9-F49D-7C87-2C2C-77E09F0FB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BE1A8D-858B-BAF5-6656-E95B76BD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2ECDC3-C384-66E0-6F23-E0283FBF8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B8055-96B6-456E-863A-4B3E5964B5CB}" type="datetime1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2F79BE-3379-4DF4-B0B6-EB0617C9C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27BA48-94D8-E52F-7869-8BC8087F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828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97499-69D5-BACB-9DB0-54C5A0EE6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C36C09-6AF7-77ED-F5B0-E032BE139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9354AF-A164-6B2D-9BE1-E0B4A880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81BC1-ED15-4A66-ABD5-324FA4B5698D}" type="datetime1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177E3B-903E-5C28-1E9F-D9A4EF79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A32C8-F632-E1F3-4939-2DAA0B27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4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80CD9-4360-18C5-D224-2C6BD6348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16259C-2444-B318-9E2F-9D692D96AC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14E774-C34D-0D0B-B307-6BA1AC2A4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C39F2A-3469-C24D-8C5B-CD27556C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E3F37-4EB1-4DA7-8482-6C105826AEB9}" type="datetime1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184DF7-4CF3-0843-DB82-D2C49CCF2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BDA9C4-8E9D-ACBD-2BA2-85C4CAE3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795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9B5BBF-B895-89C9-AEE9-622D084BA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4C8F21-D1BC-D594-CB53-95BF8BF51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982A81-D609-ECA1-BB49-E50DBE167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575656-66E0-82DB-B037-54C06462A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98E712-9573-D5E3-5E3B-7CBAF94A6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FCEBAC-1F43-4C6A-A68A-2597FD52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511B-7D93-4189-8E55-0E132AF1617C}" type="datetime1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B94AC13-D0E0-FBD1-2540-CAB27DE2F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16FAAF-3373-0486-47DA-BA774366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21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3103C-0E4C-331F-86B1-E4FFAC0BE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A7FBBA-7566-A3F5-ED5F-2A4D7099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81D9-6CFF-4849-BC6D-D46973E30296}" type="datetime1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8BD2E2-E74A-6E5C-A431-65FA6673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10988A-A9E0-D218-1C48-F402A3D5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028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5ED257-F261-C025-A39A-826B79201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43FB-BFFF-440B-B11C-26D0C7C61052}" type="datetime1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D4913E-77A3-2725-33C5-88974513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A40B54-A47D-1A1F-D3FA-6AAADD45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152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E31D7-FBF1-CADE-B482-919C482D7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EE36A1-B057-3B91-0F9F-B252657D9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0C40F3-2FB4-433C-66C3-F945BDA86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329094-B5C8-2270-A29F-84FE0CE54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CE335-6DFF-4239-9DF9-62EBF2133E68}" type="datetime1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4EA446-CE72-94A4-A9F0-44E0545A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DE05F3-4343-4788-75C7-FDB2DE0F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17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52141-6EA2-1182-5D62-80B65B92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434446-4FB9-60E9-C4B5-5A8C9AE9B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63DA6E-54B8-E059-85D7-68CC81963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89CA73-8B30-D0F0-3FDB-6DD046641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AC21-45AF-4B7A-BEB7-5E76A9EC4EF9}" type="datetime1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8D88C9-B645-3367-19FA-58CF3C39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4B7B00-8A4A-12FA-3665-54CB1D1EC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068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EEFB20-9FDF-B6D8-E0D0-0077EEE45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327D7A-BD59-1FA9-316E-1614E5C6E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AE069B-5A2E-2235-7C2A-4D1C7EB22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02282-D964-45B5-98DB-F45621CEF6DF}" type="datetime1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6C2622-502E-3246-0069-FF1C01FB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9E8C5F-380A-17AB-D235-81D7DC3DF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719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F55B452-AE02-D26B-F45E-47C306C88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7769DB-59BB-4B73-7B58-56257156E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6195E3-7CD1-9238-9F26-F8BDA721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4BEB0-36E3-49EE-BADB-3929D4F371EE}" type="datetime1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F5DD2A-9ADF-1832-C662-D0939508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안민혁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F02E98-540E-71C9-9FB2-05917495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29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A69FFC-09F6-2B32-5FCB-90F13450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BB3AFB-5BD7-BD94-BFCE-EE47A3C7E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4F9E2E-4AC1-0C11-E1D7-765B1CDB20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88CE6-E757-4FF2-A1CD-CDDCFABED66D}" type="datetime1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99EFA4-E1E0-63CC-331C-EA650EA07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ko-KR" altLang="en-US"/>
              <a:t>안민혁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E364E-9261-9B83-EABF-BCD5A8DDF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BD5E3-9FE6-4831-AFC5-CEF18D9AD4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459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6EC99-966E-6637-81AD-FC99E4BDC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741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ko-KR" sz="3200" b="1" dirty="0"/>
              <a:t>대규모 NPC </a:t>
            </a:r>
            <a:r>
              <a:rPr lang="ko-KR" altLang="ko-KR" sz="3200" b="1" dirty="0" err="1"/>
              <a:t>길찾기</a:t>
            </a:r>
            <a:r>
              <a:rPr lang="ko-KR" altLang="ko-KR" sz="3200" b="1" dirty="0"/>
              <a:t> 시스템 개발 계획서</a:t>
            </a:r>
            <a:endParaRPr lang="ko-KR" altLang="en-US" sz="32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4AC059B-52C6-8D66-0304-B0160E287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25BD5E3-9FE6-4831-AFC5-CEF18D9AD454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1CCE68-81CB-A2D8-34F6-C41B8073C9CE}"/>
              </a:ext>
            </a:extLst>
          </p:cNvPr>
          <p:cNvSpPr txBox="1"/>
          <p:nvPr/>
        </p:nvSpPr>
        <p:spPr>
          <a:xfrm>
            <a:off x="838200" y="1889760"/>
            <a:ext cx="8546592" cy="2649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복셀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기반 대규모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NPC(min 1000)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길찾기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구현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병목 지형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좁은 통로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에서의 대규모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NPC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길찾기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정체 및 교착 없이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NPC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간 충돌 없이 목표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동적 지형 런타임 탐지 및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길찾기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NPC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그룹 간 상호작용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길찾기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교차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통과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0768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7C4E144-C54F-1798-AFD1-D7EFCE695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66" y="461907"/>
            <a:ext cx="9977068" cy="5934186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D56D5B-F5A3-4D63-38E2-3C43BDF2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62087"/>
            <a:ext cx="2743200" cy="365125"/>
          </a:xfrm>
        </p:spPr>
        <p:txBody>
          <a:bodyPr/>
          <a:lstStyle/>
          <a:p>
            <a:fld id="{625BD5E3-9FE6-4831-AFC5-CEF18D9AD454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6230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2D48-31C1-A572-C5D8-BA0CCB54F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E8113-2505-C0D5-A672-0DAA1093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15" y="355256"/>
            <a:ext cx="8189686" cy="559145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1</a:t>
            </a:r>
            <a:r>
              <a:rPr lang="ko-KR" altLang="en-US" sz="3200" b="1" dirty="0"/>
              <a:t>주차 진행 현황</a:t>
            </a:r>
            <a:endParaRPr lang="ko-KR" altLang="en-US" sz="32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BCB047B-AF7E-52FB-CF79-0625FA093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25BD5E3-9FE6-4831-AFC5-CEF18D9AD454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AD3DFA-C183-67CC-2EE2-A24ED6E8A82E}"/>
              </a:ext>
            </a:extLst>
          </p:cNvPr>
          <p:cNvSpPr txBox="1"/>
          <p:nvPr/>
        </p:nvSpPr>
        <p:spPr>
          <a:xfrm>
            <a:off x="6862691" y="2362867"/>
            <a:ext cx="5297714" cy="2822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Gpu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인스턴싱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이용한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렌더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적용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복셀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&amp;&amp;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캡슐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복셀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50cm, NPC(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캡슐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150cm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HeightMap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기반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복셀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맵 생성 완료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색으로 이동 불가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복셀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시각화 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200150" lvl="2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White – Walkable / Red - Blocked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Y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축기준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칸 이상 차이는 이동 불가 판정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EF38A8-6C9A-ECC3-5D1D-24FD34FD2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285" y="1045106"/>
            <a:ext cx="4797258" cy="27289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37ADD21-1A0A-264E-12A2-91680CD3E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286" y="3904760"/>
            <a:ext cx="4797257" cy="277067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CC4D508-026C-1D91-1A16-217F7889E0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63" y="1106993"/>
            <a:ext cx="1302587" cy="13025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4AD23E-C43F-BF1F-E6BF-D39E833CE18D}"/>
              </a:ext>
            </a:extLst>
          </p:cNvPr>
          <p:cNvSpPr txBox="1"/>
          <p:nvPr/>
        </p:nvSpPr>
        <p:spPr>
          <a:xfrm>
            <a:off x="31595" y="2409580"/>
            <a:ext cx="14813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/>
              <a:t>HeightMap</a:t>
            </a:r>
            <a:r>
              <a:rPr lang="en-US" altLang="ko-KR" sz="1100" dirty="0"/>
              <a:t> </a:t>
            </a:r>
            <a:r>
              <a:rPr lang="ko-KR" altLang="en-US" sz="1100" dirty="0"/>
              <a:t>기반 </a:t>
            </a:r>
            <a:endParaRPr lang="en-US" altLang="ko-KR" sz="1100" dirty="0"/>
          </a:p>
          <a:p>
            <a:pPr algn="ctr"/>
            <a:r>
              <a:rPr lang="ko-KR" altLang="en-US" sz="1100" dirty="0" err="1"/>
              <a:t>복셀</a:t>
            </a:r>
            <a:r>
              <a:rPr lang="ko-KR" altLang="en-US" sz="1100" dirty="0"/>
              <a:t> 맵 구성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3D625DD-68BE-D592-9EE3-B8F0576F853F}"/>
              </a:ext>
            </a:extLst>
          </p:cNvPr>
          <p:cNvSpPr/>
          <p:nvPr/>
        </p:nvSpPr>
        <p:spPr>
          <a:xfrm>
            <a:off x="1238598" y="1594288"/>
            <a:ext cx="548640" cy="4587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371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113</Words>
  <Application>Microsoft Office PowerPoint</Application>
  <PresentationFormat>와이드스크린</PresentationFormat>
  <Paragraphs>18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나눔스퀘어 Bold</vt:lpstr>
      <vt:lpstr>맑은 고딕</vt:lpstr>
      <vt:lpstr>Arial</vt:lpstr>
      <vt:lpstr>Office 테마</vt:lpstr>
      <vt:lpstr>대규모 NPC 길찾기 시스템 개발 계획서</vt:lpstr>
      <vt:lpstr>PowerPoint 프레젠테이션</vt:lpstr>
      <vt:lpstr>1주차 진행 현황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안민혁</dc:creator>
  <cp:lastModifiedBy>안민혁</cp:lastModifiedBy>
  <cp:revision>5</cp:revision>
  <dcterms:created xsi:type="dcterms:W3CDTF">2026-07-03T03:21:44Z</dcterms:created>
  <dcterms:modified xsi:type="dcterms:W3CDTF">2026-07-03T06:51:28Z</dcterms:modified>
</cp:coreProperties>
</file>